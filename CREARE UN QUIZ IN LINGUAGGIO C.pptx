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78288F-A5F7-4E11-8400-33E7F23F9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1765829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CREARE UN QUIZ IN LINGUAGGIO C</a:t>
            </a:r>
            <a:endParaRPr lang="it-IT" sz="7200" dirty="0"/>
          </a:p>
        </p:txBody>
      </p:sp>
    </p:spTree>
    <p:extLst>
      <p:ext uri="{BB962C8B-B14F-4D97-AF65-F5344CB8AC3E}">
        <p14:creationId xmlns:p14="http://schemas.microsoft.com/office/powerpoint/2010/main" val="180174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B87577D-2396-400D-A7DF-12831D323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2678"/>
            <a:ext cx="4777199" cy="317264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537047D-6C3E-4C7E-B3D6-F81AD67C1F45}"/>
              </a:ext>
            </a:extLst>
          </p:cNvPr>
          <p:cNvSpPr txBox="1"/>
          <p:nvPr/>
        </p:nvSpPr>
        <p:spPr>
          <a:xfrm>
            <a:off x="1318801" y="1947334"/>
            <a:ext cx="469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.CREARE UN FILE SU KALI LINUX E   </a:t>
            </a:r>
          </a:p>
          <a:p>
            <a:r>
              <a:rPr lang="en-US" dirty="0"/>
              <a:t> MODIFICARLO TRAMITE IL COMANDO “NANO”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5212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19CD83D-293E-47FE-B452-B7E69A1EC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4333" y="2328944"/>
            <a:ext cx="5656778" cy="1100056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94AB86-A0C9-49F2-A2AB-A36202C72D0C}"/>
              </a:ext>
            </a:extLst>
          </p:cNvPr>
          <p:cNvSpPr txBox="1"/>
          <p:nvPr/>
        </p:nvSpPr>
        <p:spPr>
          <a:xfrm>
            <a:off x="2159000" y="2328944"/>
            <a:ext cx="3200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.PRIMO STEP</a:t>
            </a:r>
          </a:p>
          <a:p>
            <a:pPr algn="ctr"/>
            <a:r>
              <a:rPr lang="en-US" sz="2800" dirty="0"/>
              <a:t>PRESENTAZIONE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5294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3AC1DCE-DDCE-4928-9AC4-7BA7F680F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4734" y="2286001"/>
            <a:ext cx="4039164" cy="2057687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3467425-BA87-4D3E-B975-702C48E07861}"/>
              </a:ext>
            </a:extLst>
          </p:cNvPr>
          <p:cNvSpPr txBox="1"/>
          <p:nvPr/>
        </p:nvSpPr>
        <p:spPr>
          <a:xfrm>
            <a:off x="355600" y="2286001"/>
            <a:ext cx="6358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.CREARE IL MENU DI GIOCO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373782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98ECBB4-9746-4D07-A80D-8681B6F53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2274" y="2795334"/>
            <a:ext cx="6750296" cy="1903666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B000E42-C44D-4747-9697-4BEAA91EB149}"/>
              </a:ext>
            </a:extLst>
          </p:cNvPr>
          <p:cNvSpPr txBox="1"/>
          <p:nvPr/>
        </p:nvSpPr>
        <p:spPr>
          <a:xfrm>
            <a:off x="584200" y="1471895"/>
            <a:ext cx="6841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.INSERIRE LE DOMANDE CON LE RISPETTIVE RISPOSTE 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44644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AB17107-9786-42D1-A574-CC3B4904C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3801" y="2774867"/>
            <a:ext cx="3835400" cy="3711061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F80A2F-AA99-4489-9167-A9C45C62B7FD}"/>
              </a:ext>
            </a:extLst>
          </p:cNvPr>
          <p:cNvSpPr txBox="1"/>
          <p:nvPr/>
        </p:nvSpPr>
        <p:spPr>
          <a:xfrm>
            <a:off x="753532" y="2967335"/>
            <a:ext cx="5080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.FINE DEL QUIZ </a:t>
            </a:r>
            <a:endParaRPr lang="it-IT" sz="54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B7AD00A-B8B1-4140-86CF-19F3C26ED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81" y="1063546"/>
            <a:ext cx="6954220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52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16</TotalTime>
  <Words>44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Tw Cen MT</vt:lpstr>
      <vt:lpstr>Circuito</vt:lpstr>
      <vt:lpstr>CREARE UN QUIZ IN LINGUAGGIO C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CREARE UN QUIZ IN LINGUAGGIO C</dc:title>
  <dc:creator>user</dc:creator>
  <cp:lastModifiedBy>user</cp:lastModifiedBy>
  <cp:revision>2</cp:revision>
  <dcterms:created xsi:type="dcterms:W3CDTF">2023-11-30T15:06:53Z</dcterms:created>
  <dcterms:modified xsi:type="dcterms:W3CDTF">2023-11-30T15:23:00Z</dcterms:modified>
</cp:coreProperties>
</file>